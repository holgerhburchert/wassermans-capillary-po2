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2496-D68F-6C5B-7B81-74184FEAF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84659-0E69-0512-B224-14740C4CE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7154-91A2-DECD-0C67-88AC0D8B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CE2EF-9A7A-64B2-EBA3-ED149CF9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BAF9D-63B7-E92D-A937-B068F75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7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1557-24AE-14B7-1982-5B3322BF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A35C-C411-A5FA-F818-62D119C6D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AA56B-FC94-5596-F3BA-63811C4F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4BD3D-22DB-5C0D-F1D3-4F31FB2B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272C-349B-A028-07F7-28675C8F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4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20259-5727-C912-FA38-0736E73B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EDD3-4575-23AD-A04C-25E9D6FD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ABBC-920D-FD31-6876-60A1CE98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185D-9D38-3EA1-C5CD-F6537130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5607-1346-564F-C98B-EC440BD2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9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52DF-B6AB-26A5-5840-4BFFF8E0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9588-B5E9-17EE-BC3A-15D3FBA64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8B218-B859-991A-4F74-5444DB510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F22B7-44EE-9AF9-F0F6-F1B40F10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F32BE-4DD0-4B85-8467-BCFFC72D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31066-AA09-6636-8733-90561A16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0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4D5D-320A-A341-7AD1-C8DA206C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F1D5-B5CD-D9BA-F9CB-691BDA06D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EDDD1-E454-AC7B-4ACC-8EC496742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3F5B9-B1D6-D3CA-4B9B-254604413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105B3-1538-5840-5622-F59C811DD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C485B-ADE7-0DC7-E00C-0880F418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C5ED4-3DA3-4EFD-DCE0-EF60DF13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3509C-C0BA-8ED3-FD56-BDDBCCB2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7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CAF4-FD61-0AAE-D85C-AEF1D973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866F3-C271-0107-CD67-1F1DA2D4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BCEA9-C1DB-C032-B5DD-F3AA2A68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32546-709B-7A66-7EA2-23B30E10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3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71C5B-D6AF-1DA8-5CA5-591346BD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B1D5D-335A-C5AF-7638-1292B23A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BAE52-7DA1-57F6-816D-56061768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2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5FF6-D517-F679-4008-6ECCBE24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3D8F9-C204-D2CB-E9AF-EA244228F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88355-2914-DA8F-2474-A2021D150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05A2B-096B-85FB-B3DF-D2A65277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6EEAD-8950-6F65-F962-B38855D7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0C97E-965D-E7E9-30F4-DC5667FE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7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C91A-2450-8D4E-E970-6612572A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57B9C6-5719-1EBA-0135-63820DDE0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86916-7207-49E0-AD7A-91FFD8383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61D6B-DF5D-F5D0-8A09-68311771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57B07-702C-7D4A-3B0D-E5E686E5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EF64A-26D4-264C-061D-5D672274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0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BE26-945B-388E-CDF3-2DABF889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CE5EE-3190-71DE-2542-B37B885C5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430E6-765A-1C02-A0C6-4EDC281E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71B2E-6B73-6F80-35A8-0DA3F1EAC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BDE6-C13B-1A8D-05E2-5334DB79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0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F497E-2B77-F9C0-4C35-DEBA2800A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167C6-BEC6-52D0-F7B4-3AFA57133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5511D-F38E-6554-FE91-D19D928D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488F6-3DF5-A25B-6994-9197D84C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AC489-E443-36CB-46C8-A27F8652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1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5D521-9A17-9A97-6225-B4757A5F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CDC79-D1F9-85B3-7936-14BB0BD1E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70093-B2F4-F14B-067C-4331DB0C8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53BAA-85E4-4E32-97AC-CFFB71901A0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2D513-B0B0-286A-261F-4BD54FF77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016B1-5F26-A5D6-0C08-FCF593E04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C4020-2850-4AD0-9B04-0F0B8D97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E0B806-286A-662F-6BD0-31FD1499F26E}"/>
              </a:ext>
            </a:extLst>
          </p:cNvPr>
          <p:cNvSpPr/>
          <p:nvPr/>
        </p:nvSpPr>
        <p:spPr>
          <a:xfrm>
            <a:off x="3797046" y="1984248"/>
            <a:ext cx="4237482" cy="25511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Lungs with solid fill">
            <a:extLst>
              <a:ext uri="{FF2B5EF4-FFF2-40B4-BE49-F238E27FC236}">
                <a16:creationId xmlns:a16="http://schemas.microsoft.com/office/drawing/2014/main" id="{ABD0AF0E-38BD-F8A6-9374-B589967CE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8583" y="1021080"/>
            <a:ext cx="963168" cy="9631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C5DB09-5A09-F4C4-F8BC-5B9A2D45DC02}"/>
              </a:ext>
            </a:extLst>
          </p:cNvPr>
          <p:cNvSpPr/>
          <p:nvPr/>
        </p:nvSpPr>
        <p:spPr>
          <a:xfrm>
            <a:off x="4262243" y="2373535"/>
            <a:ext cx="3307088" cy="17726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01E5D0-A9AB-4CCF-1ECC-B60D554DB6D9}"/>
              </a:ext>
            </a:extLst>
          </p:cNvPr>
          <p:cNvCxnSpPr>
            <a:cxnSpLocks/>
          </p:cNvCxnSpPr>
          <p:nvPr/>
        </p:nvCxnSpPr>
        <p:spPr>
          <a:xfrm>
            <a:off x="4352543" y="4146137"/>
            <a:ext cx="0" cy="6453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20CDD4-0D09-CCDC-9EED-4903A1838B83}"/>
                  </a:ext>
                </a:extLst>
              </p:cNvPr>
              <p:cNvSpPr txBox="1"/>
              <p:nvPr/>
            </p:nvSpPr>
            <p:spPr>
              <a:xfrm>
                <a:off x="3548659" y="112563"/>
                <a:ext cx="4982080" cy="40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20CDD4-0D09-CCDC-9EED-4903A1838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659" y="112563"/>
                <a:ext cx="4982080" cy="409984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489A77-628D-B4C6-328B-A782FF6DB42C}"/>
              </a:ext>
            </a:extLst>
          </p:cNvPr>
          <p:cNvCxnSpPr>
            <a:cxnSpLocks/>
          </p:cNvCxnSpPr>
          <p:nvPr/>
        </p:nvCxnSpPr>
        <p:spPr>
          <a:xfrm>
            <a:off x="7440167" y="1613916"/>
            <a:ext cx="0" cy="71847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0B4EE2-FAB6-F378-2181-102B85DD088E}"/>
                  </a:ext>
                </a:extLst>
              </p:cNvPr>
              <p:cNvSpPr txBox="1"/>
              <p:nvPr/>
            </p:nvSpPr>
            <p:spPr>
              <a:xfrm>
                <a:off x="5711190" y="1984248"/>
                <a:ext cx="409194" cy="37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0B4EE2-FAB6-F378-2181-102B85DD0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190" y="1984248"/>
                <a:ext cx="409194" cy="379848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42F668-7B16-7B77-D949-2EB4FD8CD5F2}"/>
                  </a:ext>
                </a:extLst>
              </p:cNvPr>
              <p:cNvSpPr txBox="1"/>
              <p:nvPr/>
            </p:nvSpPr>
            <p:spPr>
              <a:xfrm>
                <a:off x="7559806" y="2306860"/>
                <a:ext cx="400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42F668-7B16-7B77-D949-2EB4FD8CD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806" y="2306860"/>
                <a:ext cx="400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AD9DD0-F1BA-C7D9-87BC-E912370C2624}"/>
                  </a:ext>
                </a:extLst>
              </p:cNvPr>
              <p:cNvSpPr txBox="1"/>
              <p:nvPr/>
            </p:nvSpPr>
            <p:spPr>
              <a:xfrm>
                <a:off x="3825391" y="3610064"/>
                <a:ext cx="3497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AD9DD0-F1BA-C7D9-87BC-E912370C2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391" y="3610064"/>
                <a:ext cx="349758" cy="369332"/>
              </a:xfrm>
              <a:prstGeom prst="rect">
                <a:avLst/>
              </a:prstGeom>
              <a:blipFill>
                <a:blip r:embed="rId6"/>
                <a:stretch>
                  <a:fillRect r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B40C6D-A6C9-30C0-ECC0-1AE5477989C8}"/>
                  </a:ext>
                </a:extLst>
              </p:cNvPr>
              <p:cNvSpPr txBox="1"/>
              <p:nvPr/>
            </p:nvSpPr>
            <p:spPr>
              <a:xfrm>
                <a:off x="5101238" y="4126952"/>
                <a:ext cx="1591893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𝑃𝑂</m:t>
                        </m:r>
                      </m:e>
                      <m:sub>
                        <m:r>
                          <a:rPr lang="en-US" sz="1800" i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(mmHg)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B40C6D-A6C9-30C0-ECC0-1AE54779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238" y="4126952"/>
                <a:ext cx="1591893" cy="381515"/>
              </a:xfrm>
              <a:prstGeom prst="rect">
                <a:avLst/>
              </a:prstGeom>
              <a:blipFill>
                <a:blip r:embed="rId7"/>
                <a:stretch>
                  <a:fillRect t="-6349" r="-383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A772CA-6084-504D-D711-085247959F32}"/>
              </a:ext>
            </a:extLst>
          </p:cNvPr>
          <p:cNvCxnSpPr>
            <a:cxnSpLocks/>
          </p:cNvCxnSpPr>
          <p:nvPr/>
        </p:nvCxnSpPr>
        <p:spPr>
          <a:xfrm>
            <a:off x="6120384" y="2182935"/>
            <a:ext cx="838199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7E1768-E732-2978-A6B0-71F4821282A9}"/>
              </a:ext>
            </a:extLst>
          </p:cNvPr>
          <p:cNvCxnSpPr>
            <a:cxnSpLocks/>
          </p:cNvCxnSpPr>
          <p:nvPr/>
        </p:nvCxnSpPr>
        <p:spPr>
          <a:xfrm flipH="1">
            <a:off x="7788406" y="2698062"/>
            <a:ext cx="1741" cy="730938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C36EC73-D72D-9D5F-C6AE-B297F1A6A67E}"/>
              </a:ext>
            </a:extLst>
          </p:cNvPr>
          <p:cNvCxnSpPr>
            <a:cxnSpLocks/>
          </p:cNvCxnSpPr>
          <p:nvPr/>
        </p:nvCxnSpPr>
        <p:spPr>
          <a:xfrm flipV="1">
            <a:off x="3970006" y="2844609"/>
            <a:ext cx="0" cy="77330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9F1858-ED63-949D-1E88-1429EB62EBA3}"/>
              </a:ext>
            </a:extLst>
          </p:cNvPr>
          <p:cNvCxnSpPr>
            <a:cxnSpLocks/>
          </p:cNvCxnSpPr>
          <p:nvPr/>
        </p:nvCxnSpPr>
        <p:spPr>
          <a:xfrm flipH="1">
            <a:off x="4542285" y="4342459"/>
            <a:ext cx="505965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 descr="Mitochondria with solid fill">
            <a:extLst>
              <a:ext uri="{FF2B5EF4-FFF2-40B4-BE49-F238E27FC236}">
                <a16:creationId xmlns:a16="http://schemas.microsoft.com/office/drawing/2014/main" id="{2645A46C-F269-4A28-EBA5-C2E938EF8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45433">
            <a:off x="3786500" y="4310310"/>
            <a:ext cx="1125736" cy="1125736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7FE303B-A527-3AEA-B6D1-CC8DCB30FA36}"/>
              </a:ext>
            </a:extLst>
          </p:cNvPr>
          <p:cNvSpPr/>
          <p:nvPr/>
        </p:nvSpPr>
        <p:spPr>
          <a:xfrm>
            <a:off x="3931446" y="4733449"/>
            <a:ext cx="172968" cy="3019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459C01-C137-53C5-C67C-810C80B9002D}"/>
              </a:ext>
            </a:extLst>
          </p:cNvPr>
          <p:cNvSpPr/>
          <p:nvPr/>
        </p:nvSpPr>
        <p:spPr>
          <a:xfrm>
            <a:off x="4600673" y="4717209"/>
            <a:ext cx="172968" cy="3019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045688-D816-0455-4F1A-990AE037CC1A}"/>
                  </a:ext>
                </a:extLst>
              </p:cNvPr>
              <p:cNvSpPr txBox="1"/>
              <p:nvPr/>
            </p:nvSpPr>
            <p:spPr>
              <a:xfrm>
                <a:off x="4025192" y="4711517"/>
                <a:ext cx="654701" cy="38151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sz="1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045688-D816-0455-4F1A-990AE037C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92" y="4711517"/>
                <a:ext cx="654701" cy="381515"/>
              </a:xfrm>
              <a:prstGeom prst="rect">
                <a:avLst/>
              </a:prstGeom>
              <a:blipFill>
                <a:blip r:embed="rId9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D3D8F852-8004-896B-CA52-51D7E44D27FF}"/>
              </a:ext>
            </a:extLst>
          </p:cNvPr>
          <p:cNvSpPr/>
          <p:nvPr/>
        </p:nvSpPr>
        <p:spPr>
          <a:xfrm rot="1498997">
            <a:off x="4002333" y="4639585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B6DC030-1912-3241-EE3A-63AB10B81454}"/>
              </a:ext>
            </a:extLst>
          </p:cNvPr>
          <p:cNvSpPr/>
          <p:nvPr/>
        </p:nvSpPr>
        <p:spPr>
          <a:xfrm rot="965652">
            <a:off x="4082482" y="4660799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EFDACF8-3E16-C331-7A8E-47B03FA52A87}"/>
              </a:ext>
            </a:extLst>
          </p:cNvPr>
          <p:cNvSpPr/>
          <p:nvPr/>
        </p:nvSpPr>
        <p:spPr>
          <a:xfrm rot="20313812">
            <a:off x="4636520" y="4665611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18A34F2-9BB7-CA36-DC45-401449C51B59}"/>
              </a:ext>
            </a:extLst>
          </p:cNvPr>
          <p:cNvSpPr/>
          <p:nvPr/>
        </p:nvSpPr>
        <p:spPr>
          <a:xfrm rot="20076759">
            <a:off x="4730742" y="4652330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5D2F11B-4E9B-B02B-1360-4D8C3274B488}"/>
              </a:ext>
            </a:extLst>
          </p:cNvPr>
          <p:cNvSpPr/>
          <p:nvPr/>
        </p:nvSpPr>
        <p:spPr>
          <a:xfrm rot="21069997">
            <a:off x="4540280" y="4674706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E6561D7-A90A-AAD5-4767-35561E8AA249}"/>
              </a:ext>
            </a:extLst>
          </p:cNvPr>
          <p:cNvSpPr/>
          <p:nvPr/>
        </p:nvSpPr>
        <p:spPr>
          <a:xfrm rot="2193945">
            <a:off x="3920416" y="4605764"/>
            <a:ext cx="45719" cy="2523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2CFFF46-7CC3-D46D-E392-7051BEC85C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131" y="2207207"/>
            <a:ext cx="3394107" cy="2121317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47115354-D0E8-08BD-086B-E14FC2DEDE1C}"/>
              </a:ext>
            </a:extLst>
          </p:cNvPr>
          <p:cNvSpPr txBox="1"/>
          <p:nvPr/>
        </p:nvSpPr>
        <p:spPr>
          <a:xfrm rot="16200000">
            <a:off x="3650460" y="3036063"/>
            <a:ext cx="1011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mL O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∙ dL</a:t>
            </a:r>
            <a:r>
              <a:rPr lang="en-US" sz="12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endParaRPr lang="en-US" sz="1200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9B917E0-90E0-6444-DE8A-DE4A062290DD}"/>
                  </a:ext>
                </a:extLst>
              </p:cNvPr>
              <p:cNvSpPr txBox="1"/>
              <p:nvPr/>
            </p:nvSpPr>
            <p:spPr>
              <a:xfrm>
                <a:off x="4000270" y="1567874"/>
                <a:ext cx="2952748" cy="408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sz="1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9B917E0-90E0-6444-DE8A-DE4A06229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270" y="1567874"/>
                <a:ext cx="2952748" cy="408125"/>
              </a:xfrm>
              <a:prstGeom prst="rect">
                <a:avLst/>
              </a:prstGeom>
              <a:blipFill>
                <a:blip r:embed="rId11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CB47DEB-5C40-174F-AB1C-30346974066A}"/>
                  </a:ext>
                </a:extLst>
              </p:cNvPr>
              <p:cNvSpPr txBox="1"/>
              <p:nvPr/>
            </p:nvSpPr>
            <p:spPr>
              <a:xfrm>
                <a:off x="3849013" y="1195110"/>
                <a:ext cx="3040268" cy="398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sub>
                          <m:r>
                            <a:rPr lang="en-US" sz="18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CB47DEB-5C40-174F-AB1C-30346974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013" y="1195110"/>
                <a:ext cx="3040268" cy="398379"/>
              </a:xfrm>
              <a:prstGeom prst="rect">
                <a:avLst/>
              </a:prstGeom>
              <a:blipFill>
                <a:blip r:embed="rId12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76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Holger Burchert</dc:creator>
  <cp:lastModifiedBy>Holger Burchert</cp:lastModifiedBy>
  <cp:revision>46</cp:revision>
  <dcterms:created xsi:type="dcterms:W3CDTF">2026-09-18T13:11:10Z</dcterms:created>
  <dcterms:modified xsi:type="dcterms:W3CDTF">2026-10-01T08:30:14Z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fa26ab-4270-40e8-9235-a503660cf7d6_Enabled">
    <vt:lpwstr>true</vt:lpwstr>
  </property>
  <property fmtid="{D5CDD505-2E9C-101B-9397-08002B2CF9AE}" pid="3" name="MSIP_Label_e8fa26ab-4270-40e8-9235-a503660cf7d6_SetDate">
    <vt:lpwstr>2026-09-18T13:15:02Z</vt:lpwstr>
  </property>
  <property fmtid="{D5CDD505-2E9C-101B-9397-08002B2CF9AE}" pid="4" name="MSIP_Label_e8fa26ab-4270-40e8-9235-a503660cf7d6_Method">
    <vt:lpwstr>Standard</vt:lpwstr>
  </property>
  <property fmtid="{D5CDD505-2E9C-101B-9397-08002B2CF9AE}" pid="5" name="MSIP_Label_e8fa26ab-4270-40e8-9235-a503660cf7d6_Name">
    <vt:lpwstr>Klasse I (tiefes Risiko) - Interne Informationen</vt:lpwstr>
  </property>
  <property fmtid="{D5CDD505-2E9C-101B-9397-08002B2CF9AE}" pid="6" name="MSIP_Label_e8fa26ab-4270-40e8-9235-a503660cf7d6_SiteId">
    <vt:lpwstr>32eb69e5-a150-49b5-b51c-19e9a21954dc</vt:lpwstr>
  </property>
  <property fmtid="{D5CDD505-2E9C-101B-9397-08002B2CF9AE}" pid="7" name="MSIP_Label_e8fa26ab-4270-40e8-9235-a503660cf7d6_ActionId">
    <vt:lpwstr>75f4c3dd-e669-4e11-9525-17d174f0566f</vt:lpwstr>
  </property>
  <property fmtid="{D5CDD505-2E9C-101B-9397-08002B2CF9AE}" pid="8" name="MSIP_Label_e8fa26ab-4270-40e8-9235-a503660cf7d6_ContentBits">
    <vt:lpwstr>0</vt:lpwstr>
  </property>
  <property fmtid="{D5CDD505-2E9C-101B-9397-08002B2CF9AE}" pid="9" name="MSIP_Label_e8fa26ab-4270-40e8-9235-a503660cf7d6_Tag">
    <vt:lpwstr>10, 3, 0, 1</vt:lpwstr>
  </property>
</Properties>
</file>